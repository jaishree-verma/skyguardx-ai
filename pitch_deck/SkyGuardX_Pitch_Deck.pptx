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PROJECT SUBMISSION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SkyGuardX-AI: Real-Time Space-to-Earth Decision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End-to-End Aerospace &amp; IBM Z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CRITICAL CHALLENGE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Problem Statement: The Cascading Crisis in Orbit &amp; On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LEO congestion, Ground hazard blindspots, Decision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MARKET &amp; USERS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Target Audience &amp; Operational Stakeholder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Satellite Operators, Civil Space/Defense, Disaster Dispatch, Power Grids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ARCHITECTURE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Proposed Solution: The 8-Stage Space-to-Earth Decision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From Sensor Ingest to Human-in-the-Loop IBM Z Commit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PROTOTYPE FEATURES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Product Overview &amp; Core Implemented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Cesium 3D Globe, CTI Convergence, What-If Sim, IBM Z Ledger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DIFFERENTIATION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Unique Value Proposition &amp; Capability Comparison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Outperforming legacy SSA and commercial GIS across 7 dimensions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WORKFLOW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End-to-End User Journey: From Ingestion to Verified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Seven discrete stages with strict human-in-the-loop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SYSTEM BLUEPRINT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Product Blueprint: High-Level Modular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Presentation, API Gateway, Analytical Engines, Security Backbone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TECHNICAL SPEC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System Architecture: 5-Tier Resilient Enterprise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Layered defense-in-depth architecture on LinuxONE &amp; IBM 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TECH STACK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Technology Stack: Verified, Modern &amp; Production-Grade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React 18, FastAPI, SGP4, Isolation Forest, Db2 for z/OS, ML-KEM-1024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TECHNICAL LOGIC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Data Flow &amp; Technical Logic: Mathematical Contracts &amp;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CanonicalEvent, Decision Utility, Sub-25ms end-to-end timing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PROTOTYPE DEMO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Working Prototype &amp; Live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30/30 pytest passing, 10.86ms IBM Z commit, real-time CTI alert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PRODUCTION READINESS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Feasibility, Security &amp; Enterprise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Quantum-Safe PQC, LinuxONE Secure Execution, ACID Integrity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MARKET ANALYSIS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Market Opportunity &amp; Macro Strategic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100k satellites by 2030, $1.8T space economy, Kessler debris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COMMERCIALIZATION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Business Model &amp; Sustainability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Constellation SaaS, B2G Sovereign Licensing, Infrastructure APIs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STRATEGIC ROADMAP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Development Roadmap: From Prototype to Operational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5 phases from prototype to global space traffic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FINAL PITCH</a:t>
            </a:r>
          </a:p>
          <a:p>
            <a:pPr>
              <a:defRPr b="1" sz="2200">
                <a:solidFill>
                  <a:srgbClr val="F8FAFC"/>
                </a:solidFill>
              </a:defRPr>
            </a:pPr>
            <a:r>
              <a:t>Conclusion: Transforming Space Signals into Defensible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Unified, explainable, quantum-safe decision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